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ffe71d4a334fa5" /><Relationship Type="http://schemas.openxmlformats.org/officeDocument/2006/relationships/extended-properties" Target="/docProps/app.xml" Id="R3a03fdf428744900" /><Relationship Type="http://schemas.openxmlformats.org/officeDocument/2006/relationships/officeDocument" Target="/ppt/presentation.xml" Id="Rc33a7409de9946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547beec9374db9"/>
  </p:sldMasterIdLst>
  <p:notesMasterIdLst>
    <p:notesMasterId xmlns:r="http://schemas.openxmlformats.org/officeDocument/2006/relationships" r:id="R00a3ff11a1df489e"/>
  </p:notesMasterIdLst>
  <p:sldIdLst>
    <p:sldId xmlns:r="http://schemas.openxmlformats.org/officeDocument/2006/relationships" id="256" r:id="R97ae3d46200c4f48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2e7ca8969a4a1e" /><Relationship Type="http://schemas.openxmlformats.org/officeDocument/2006/relationships/slideMaster" Target="/ppt/slideMasters/slideMaster1.xml" Id="R91547beec9374db9" /><Relationship Type="http://schemas.openxmlformats.org/officeDocument/2006/relationships/notesMaster" Target="/ppt/notesMasters/notesMaster1.xml" Id="R00a3ff11a1df489e" /><Relationship Type="http://schemas.openxmlformats.org/officeDocument/2006/relationships/presProps" Target="/ppt/presProps.xml" Id="R3e771bdfbbab49fa" /><Relationship Type="http://schemas.openxmlformats.org/officeDocument/2006/relationships/viewProps" Target="/ppt/viewProps.xml" Id="R11e9effedecb4dd6" /><Relationship Type="http://schemas.openxmlformats.org/officeDocument/2006/relationships/tableStyles" Target="/ppt/tableStyles.xml" Id="R0d25e66b03ed4ecb" /><Relationship Type="http://schemas.openxmlformats.org/officeDocument/2006/relationships/slide" Target="/ppt/slides/slide1.xml" Id="R97ae3d46200c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2a557ee6f643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0483be5bc440d0" /><Relationship Type="http://schemas.openxmlformats.org/officeDocument/2006/relationships/notesMaster" Target="/ppt/notesMasters/notesMaster1.xml" Id="R6bd3aa75204d4c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71119608a4e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8292515def4a47" /><Relationship Type="http://schemas.openxmlformats.org/officeDocument/2006/relationships/slideLayout" Target="/ppt/slideLayouts/slideLayout1.xml" Id="Rc0b9349d22bf4e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b9349d22bf4e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4bb5ad11a4502" /><Relationship Type="http://schemas.openxmlformats.org/officeDocument/2006/relationships/image" Target="/ppt/media/image.png" Id="R4e5907f1a2e440b0" /><Relationship Type="http://schemas.openxmlformats.org/officeDocument/2006/relationships/notesSlide" Target="/ppt/notesSlides/notesSlide1.xml" Id="R710e2e8e364a4b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6FC2D0-3261-4DF6-9B0F-DB81CBAE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solidFill>
              <a:srgbClr val="173F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6C691-8FB9-4209-8AC3-E62E46B5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762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45E"/>
          </a:solidFill>
          <a:ln xmlns:a="http://schemas.openxmlformats.org/drawingml/2006/main" w="0">
            <a:solidFill>
              <a:srgbClr val="DF745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9C098-59F1-495F-A5BE-1483656E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05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D6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FD6C9"/>
                </a:solidFill>
                <a:latin typeface="Arial"/>
                <a:ea typeface="Arial"/>
                <a:cs typeface="Arial"/>
              </a:rPr>
              <a:t>INFOGRAPHIC HỌC TẬP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A1217-CC86-4207-861B-23168A4C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58125" cy="12573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BƯỚC KIỂM CHỨNG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THÔNG TIN DO AI TẠO 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54FC3-F4D1-4C5B-89DF-838F0E35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80962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E8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CE8DF"/>
                </a:solidFill>
                <a:latin typeface="Arial"/>
                <a:ea typeface="Arial"/>
                <a:cs typeface="Arial"/>
              </a:rPr>
              <a:t>AI giúp viết nhanh. Con người quyết định nội dung nào đủ tin cậy để sử dụng.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41D8E-5651-40F1-AA6D-81154B56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4572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CE8DF"/>
          </a:solidFill>
          <a:ln xmlns:a="http://schemas.openxmlformats.org/drawingml/2006/main" w="14288">
            <a:solidFill>
              <a:srgbClr val="C9D9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F74FF-D5E7-4830-A4D5-F4E660FC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solidFill>
              <a:srgbClr val="173F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3B802-4F5E-4877-B20E-21200201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5524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F4CC3-3659-43A8-94EC-2DC753BA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3333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Đọc đúng yêu cầu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5B535-D60C-4286-A6DB-C487DDE9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57625"/>
            <a:ext cx="3333750" cy="6000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C5F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C5F57"/>
                </a:solidFill>
                <a:latin typeface="Arial"/>
                <a:ea typeface="Arial"/>
                <a:cs typeface="Arial"/>
              </a:rPr>
              <a:t>Xác định mục tiêu, giới hạn và mức độ AI được phép hỗ trợ.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ADD72-0048-4101-BE9E-F827F1FC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4572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73F35"/>
          </a:solidFill>
          <a:ln xmlns:a="http://schemas.openxmlformats.org/drawingml/2006/main" w="14288">
            <a:solidFill>
              <a:srgbClr val="173F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6A568-BBCB-4150-9883-C6CD82A7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29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45E"/>
          </a:solidFill>
          <a:ln xmlns:a="http://schemas.openxmlformats.org/drawingml/2006/main" w="0">
            <a:solidFill>
              <a:srgbClr val="DF74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0845A-D14A-4B5F-8413-9F9054DE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33775"/>
            <a:ext cx="5524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1E7EE-B81D-4869-ABFE-6C1E6F34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3333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Tách dữ kiện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4585C-213B-47AB-A18B-E6A24F06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57625"/>
            <a:ext cx="3333750" cy="6000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4EEE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4EEE9"/>
                </a:solidFill>
                <a:latin typeface="Arial"/>
                <a:ea typeface="Arial"/>
                <a:cs typeface="Arial"/>
              </a:rPr>
              <a:t>Đánh dấu tên riêng, số liệu, trích dẫn và tuyên bố cần kiểm tra.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03828-CB7A-4969-AF83-7721D7E2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4572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73F35"/>
          </a:solidFill>
          <a:ln xmlns:a="http://schemas.openxmlformats.org/drawingml/2006/main" w="14288">
            <a:solidFill>
              <a:srgbClr val="173F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8A6C5-E264-4A5F-BA8A-309CDF7A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45E"/>
          </a:solidFill>
          <a:ln xmlns:a="http://schemas.openxmlformats.org/drawingml/2006/main" w="0">
            <a:solidFill>
              <a:srgbClr val="DF74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B2F5C-ADB2-4E82-9D81-31324D2B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5524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771FA-5066-4AB1-8A02-CC79FB16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3333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Mở nguồn gốc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D19F9-4A64-4F02-BE8F-0F73FC8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57825"/>
            <a:ext cx="3333750" cy="6000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4EEE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4EEE9"/>
                </a:solidFill>
                <a:latin typeface="Arial"/>
                <a:ea typeface="Arial"/>
                <a:cs typeface="Arial"/>
              </a:rPr>
              <a:t>Không tin đường dẫn chỉ vì AI đưa ra; mở và đọc tài liệu thật.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EA4FF-8303-43C2-9E2F-BE779392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19650"/>
            <a:ext cx="4572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CE8DF"/>
          </a:solidFill>
          <a:ln xmlns:a="http://schemas.openxmlformats.org/drawingml/2006/main" w="14288">
            <a:solidFill>
              <a:srgbClr val="C9D9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CAD976-0968-4F21-BDD8-884E70A0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029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solidFill>
              <a:srgbClr val="173F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350AB1-38B3-4B4C-BF55-CD0919F0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33975"/>
            <a:ext cx="5524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B51C9-D1E5-4600-9BA6-47AE7842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3333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Đối chiếu độc lập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E4FF37-2E80-4153-8B04-4483B8DB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57825"/>
            <a:ext cx="3333750" cy="6000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C5F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C5F57"/>
                </a:solidFill>
                <a:latin typeface="Arial"/>
                <a:ea typeface="Arial"/>
                <a:cs typeface="Arial"/>
              </a:rPr>
              <a:t>So sánh thông tin quan trọng với ít nhất một nguồn đáng tin khác.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E0716E-4EB3-4C54-955B-746218A6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572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CE8DF"/>
          </a:solidFill>
          <a:ln xmlns:a="http://schemas.openxmlformats.org/drawingml/2006/main" w="14288">
            <a:solidFill>
              <a:srgbClr val="C9D9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F2233D-3475-4CEA-BA82-99471AA6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solidFill>
              <a:srgbClr val="173F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C53B12-2C00-4F5B-A183-FC50EB7F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34175"/>
            <a:ext cx="5524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2EE050-3D5D-4A67-965C-28098B0E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48450"/>
            <a:ext cx="3333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Biên tập bằng tư duy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BD77CA-E717-4793-B220-F9A0D08A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058025"/>
            <a:ext cx="3333750" cy="6000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C5F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C5F57"/>
                </a:solidFill>
                <a:latin typeface="Arial"/>
                <a:ea typeface="Arial"/>
                <a:cs typeface="Arial"/>
              </a:rPr>
              <a:t>Viết lại theo lập luận, ngữ cảnh và giọng văn của chính mình.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24DEEC-83F1-45D9-BCA6-CE436F7E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419850"/>
            <a:ext cx="4572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73F35"/>
          </a:solidFill>
          <a:ln xmlns:a="http://schemas.openxmlformats.org/drawingml/2006/main" w="14288">
            <a:solidFill>
              <a:srgbClr val="173F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8204AB-4C3E-4CEE-8082-7E9112C4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629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45E"/>
          </a:solidFill>
          <a:ln xmlns:a="http://schemas.openxmlformats.org/drawingml/2006/main" w="0">
            <a:solidFill>
              <a:srgbClr val="DF74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F1900B-A844-455D-B374-E54AA61F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734175"/>
            <a:ext cx="5524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D23061-F497-406A-A70B-DFB9F900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48450"/>
            <a:ext cx="3333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Công khai quy trình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D1A4A7-6C79-48A2-8A46-0631133E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058025"/>
            <a:ext cx="3333750" cy="6000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4EEE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4EEE9"/>
                </a:solidFill>
                <a:latin typeface="Arial"/>
                <a:ea typeface="Arial"/>
                <a:cs typeface="Arial"/>
              </a:rPr>
              <a:t>Ghi công cụ, prompt, phần đã sửa và lưu các phiên bản trung gian.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907f1a2e440b0"/>
          <a:srcRect xmlns:a="http://schemas.openxmlformats.org/drawingml/2006/main" l="0" t="15965" r="0" b="159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8210550"/>
            <a:ext cx="4143375" cy="35242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E45D25-2EBA-4DAA-840E-C3724E8C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439150"/>
            <a:ext cx="4191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F74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F745E"/>
                </a:solidFill>
                <a:latin typeface="Arial"/>
                <a:ea typeface="Arial"/>
                <a:cs typeface="Arial"/>
              </a:rPr>
              <a:t>NGUYÊN TẮC CUỐI CÙNG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17B472-7FB6-44A6-B6AB-43EC912B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858250"/>
            <a:ext cx="4095750" cy="12001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Chỉ sử dụng nội dung bạn hiểu, đã kiểm tra và có thể giải thích.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2EEA22-C294-4A23-AFAD-10FEDD75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0191750"/>
            <a:ext cx="40957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C5F5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C5F57"/>
                </a:solidFill>
                <a:latin typeface="Arial"/>
                <a:ea typeface="Arial"/>
                <a:cs typeface="Arial"/>
              </a:rPr>
              <a:t>Minh bạch về AI không làm giảm giá trị sản phẩm. Nó cho thấy người học biết kiểm soát công cụ và chịu trách nhiệm với lựa chọn của mình.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C88F0B-2E17-4426-89AF-F8258570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96750"/>
            <a:ext cx="1028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solidFill>
              <a:srgbClr val="173F3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8673F9-C64F-4920-97BC-27A4F402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06300"/>
            <a:ext cx="5715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BÙI MINH DUY  ·  25021688  ·  K70I/CS6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D69EF7-9299-419F-B4FC-EADF8D14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2306300"/>
            <a:ext cx="30289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FD6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6C9"/>
                </a:solidFill>
                <a:latin typeface="Arial"/>
                <a:ea typeface="Arial"/>
                <a:cs typeface="Arial"/>
              </a:rPr>
              <a:t>Bài 5 · Sáng tạo nội dung với AI</a:t>
            </a:r>
          </a:p>
        </p:txBody>
      </p:sp>
    </p:spTree>
    <p:extLst>
      <p:ext uri="{BB962C8B-B14F-4D97-AF65-F5344CB8AC3E}">
        <p14:creationId xmlns:p14="http://schemas.microsoft.com/office/powerpoint/2010/main" val="1744771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2026-06-07T14:17:20.9880000Z</dcterms:created>
  <dcterms:modified xsi:type="dcterms:W3CDTF">2026-06-07T14:17:20.9880000Z</dcterms:modified>
</coreProperties>
</file>